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6131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lid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8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</Words>
  <Application>Microsoft Office PowerPoint</Application>
  <PresentationFormat>On-screen Show (16:9)</PresentationFormat>
  <Paragraphs>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Swiftly Platform Presentation</dc:title>
  <dc:subject>PptxGenJS Presentation</dc:subject>
  <dc:creator>Swiftly Team</dc:creator>
  <cp:lastModifiedBy>Devansh Mishra</cp:lastModifiedBy>
  <cp:revision>2</cp:revision>
  <dcterms:created xsi:type="dcterms:W3CDTF">2026-04-25T14:08:50Z</dcterms:created>
  <dcterms:modified xsi:type="dcterms:W3CDTF">2026-04-25T14:13:27Z</dcterms:modified>
</cp:coreProperties>
</file>