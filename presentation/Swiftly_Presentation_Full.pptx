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1097280"/>
            <a:ext cx="2743200" cy="365760"/>
          </a:xfrm>
          <a:prstGeom prst="rect">
            <a:avLst>
              <a:gd name="adj" fmla="val 50000"/>
            </a:avLst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⚡ Built with MERN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4F6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Swiftly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full-stack, real-time local service marketplace connecting customers with verified professionals — instantly.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MongoDB • Express.js • React 19 • Node.js • Socket.IO • 3 User Roles • Real-Time Chat • JWT Auth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help locally is broken.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🔍 No Central Platform
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People rely on word-of-mouth, scattered WhatsApp groups, or outdated directories to find plumbers, electricians, tutors.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828800"/>
            <a:ext cx="2560320" cy="22860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⏳ Slow &amp; Unreliable
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No real-time booking, no status tracking, and no messaging channel between customer and provider once a job is booked.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🚫 Zero Verification
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Anyone can claim to be a professional. Customers have no way to verify a provider's identity or credentials before hiring.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Swiftly solves all three — with a centralized marketplace, real-time communication via Socket.IO, and a mandatory admin approval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in one place.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13716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🛒 Service Marketplace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10+ service categories including Plumbing, Electrical, Cleaning, Delivery, Tutoring, Beauty, Handyman &amp; more.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645920"/>
            <a:ext cx="2560320" cy="13716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🔍 Smart Provider Search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Filter providers by category, rating, and location. View full profiles.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645920"/>
            <a:ext cx="2560320" cy="13716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📅 Instant Booking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Customers book a provider with a scheduled date, price, and notes.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560320" cy="13716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💬 Real-Time Messaging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Built-in Socket.IO chat drawer between customer and provider.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2560320" cy="13716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🛡️ Admin Approval System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New providers must pass admin review before going live.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0" y="3291840"/>
            <a:ext cx="2560320" cy="13716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Analytics Dashboard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Admin sees live stats: total users, bookings by status, user demographics.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the MERN ecosystem.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 MongoDB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Express.js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React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Node.js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Socket.IO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Vite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JWT + bcryptjs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92608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Axios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92608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React Router v7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292608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Recharts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926080"/>
            <a:ext cx="128016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react-hot-toast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Frontend is lazily-loaded per route for optimized performance. Backend uses Mongoose models with full role-based access control.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distinct roles, one platform.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27432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👤 Customer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• Browse 10+ services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• Filter &amp; view providers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• Book with date &amp; price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• Cancel bookings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• Real-time chat with pro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</a:rPr>
              <a:t>• Call provider directly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1645920"/>
            <a:ext cx="2560320" cy="27432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🔧 Provider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• Admin-approved profile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• Listed on marketplace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• Accept / reject jobs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• Mark job as completed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• Real-time chat with 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</a:rPr>
              <a:t>• Call customer directly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645920"/>
            <a:ext cx="2560320" cy="27432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🛡️ Super Admin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• Approve/reject providers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• View all user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• Delete users &amp;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• Clear booking history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• View live analytics charts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search to completion.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booking follows a strict lifecycle enforced on frontend and backend.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8872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Browse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265176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118872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Find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Provider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65176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118872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Book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65176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118872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Provider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65176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0" y="2286000"/>
            <a:ext cx="118872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Live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2651760"/>
            <a:ext cx="274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0" y="2286000"/>
            <a:ext cx="118872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Job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Booking Statuses: Pending → Accepted → Completed or Cancelled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Secure, role-aware auth 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🔏 Password Hashing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All passwords hashed with bcryptjs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65760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🎟️ JWT Token 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Stored in localStorage, validated on APIs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365760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🔑 OTP Password Reset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Time-limited OTP system for recovery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365760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🚪 Auto-Logout Guard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401 response triggers automatic cleanup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200400" cy="22860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CREATE ACCOUNT UI MOCKUP</a:t>
            </a:r>
            <a:endParaRPr lang="en-US" sz="1400" dirty="0"/>
          </a:p>
          <a:p>
            <a:pPr algn="ctr" indent="0" marL="0">
              <a:lnSpc>
                <a:spcPts val="2500"/>
              </a:lnSpc>
              <a:buNone/>
            </a:pPr>
            <a:endParaRPr lang="en-US" sz="14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- Role: Customer / Provider</a:t>
            </a:r>
            <a:endParaRPr lang="en-US" sz="14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- Full Name</a:t>
            </a:r>
            <a:endParaRPr lang="en-US" sz="14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- Phone Number</a:t>
            </a:r>
            <a:endParaRPr lang="en-US" sz="14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- Password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 services, infinite providers.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🔧 Plumbing   ⚡ Electrical   🧹 Cleaning   🚚 Delivery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Tutoring   🔨 Handyman   ✂️ Beauty   🏠 Home Repair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Clicking any service card queries the database for approved providers matching that category — customers then pick the best fit and book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chat via Socket.IO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📡 Bi-directional events: send_message and receive_message via WebSocket rooms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🔔 Toast notifications: Incoming messages trigger alerts even when chat is closed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📜 Persisted history: Chat history fetched from MongoDB on drawer open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📱 Direct phone call: One-tap tel: link to call the other party directly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PANEL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control of the ecosystem.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provides a birds-eye view with stats, user management, and approval tools.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Admin credentials are never hardcoded — seeded securely via environment variables (ADMIN_EMAIL, ADMIN_PHONE, ADMIN_PASSWORD) at server startup.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3200400" cy="18288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ADMIN UI MOCKUP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Total Users: 24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Total Providers: 8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Bookings: 47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Pending Providers: 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Mongoose models.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User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name, email, phone, password(hashed), role, location, category, OTP fields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645920"/>
            <a:ext cx="365760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📅 Booking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service, customer, provider, status, scheduledDate, totalPrice, notes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65760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🛠️ Service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title, category, description, provider, price, icon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200400"/>
            <a:ext cx="365760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💬 Message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sender, recipient, booking, text — persisted for chat history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pages, lazy-loaded, role-guarded.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 (Landing)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8288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/services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8288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/providers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/admin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27432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/admin/joinings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/register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657600"/>
            <a:ext cx="2560320" cy="54864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/forgot-password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route modules, RESTful design.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/api/auth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POST /register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POST /login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GET /me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PUT /profile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POST /forgot-password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828800"/>
            <a:ext cx="2560320" cy="22860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/api/bookings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POST 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GET /my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PUT /:id/status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/api/admin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GET /stats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GET /users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PUT /users/:id/approve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secure from day one.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🔒 No Hardcoded Secrets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JWT secret, admin credentials, and DB URI all live in .env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828800"/>
            <a:ext cx="384048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🛡️ Role-Based Middleware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Every protected route verifies JWT + checks user role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84048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🔑 Bcrypt Hashing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Passwords hashed 10 rounds — plain text never stored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3200400"/>
            <a:ext cx="3840480" cy="10972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🔄 Auto-Logout on 401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If token expires, frontend clears storage &amp; redirects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6B6D4"/>
                </a:solidFill>
              </a:rPr>
              <a:t>⚡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Swiftly — A complete, production-ready MERN marketplace for local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06b6d4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and created by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solidFill>
            <a:srgbClr val="0C0D1E"/>
          </a:solidFill>
          <a:ln/>
          <a:effectLst>
            <a:outerShdw sx="100000" sy="100000" kx="0" ky="0" algn="bl" rotWithShape="0" blurRad="190500" dist="50800" dir="16200000">
              <a:srgbClr val="06b6d4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Deepak: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2204850100069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0C0D1E"/>
          </a:solidFill>
          <a:ln/>
          <a:effectLst>
            <a:outerShdw sx="100000" sy="100000" kx="0" ky="0" algn="bl" rotWithShape="0" blurRad="190500" dist="50800" dir="16200000">
              <a:srgbClr val="06b6d4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Devansh Mishra: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2204850100072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solidFill>
            <a:srgbClr val="0C0D1E"/>
          </a:solidFill>
          <a:ln/>
          <a:effectLst>
            <a:outerShdw sx="100000" sy="100000" kx="0" ky="0" algn="bl" rotWithShape="0" blurRad="190500" dist="50800" dir="16200000">
              <a:srgbClr val="06b6d4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Dheeraj Prajapati: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2204850100069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solidFill>
            <a:srgbClr val="0C0D1E"/>
          </a:solidFill>
          <a:ln/>
          <a:effectLst>
            <a:outerShdw sx="100000" sy="100000" kx="0" ky="0" algn="bl" rotWithShape="0" blurRad="190500" dist="50800" dir="16200000">
              <a:srgbClr val="06b6d4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Manish Kumar Vishwkarma: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Swiftly Platform Presentation</dc:title>
  <dc:subject>PptxGenJS Presentation</dc:subject>
  <dc:creator>Swiftly Team</dc:creator>
  <cp:lastModifiedBy>Swiftly Team</cp:lastModifiedBy>
  <cp:revision>1</cp:revision>
  <dcterms:created xsi:type="dcterms:W3CDTF">2026-04-25T13:59:51Z</dcterms:created>
  <dcterms:modified xsi:type="dcterms:W3CDTF">2026-04-25T13:59:51Z</dcterms:modified>
</cp:coreProperties>
</file>