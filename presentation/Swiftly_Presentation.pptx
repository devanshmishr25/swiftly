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⚡ Built with MERN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Swiftly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A full-stack, real-time local service marketplace connecting customers with verified professionals — instantly.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MongoDB • Express.js • React 19 • Node.js • Socket.IO • JWT Auth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help locally is broken.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🔍 No Central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People rely on word-of-mouth, scattered WhatsApp groups, or outdated directories.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⏳ Slow &amp; Unreliable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No real-time booking, no status tracking, and no direct messaging channel.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🚫 Zero Verification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Anyone can claim to be a professional. Customers have no way to verify credentials.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one place.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560320" cy="109728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🛒 Service Marketplace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10+ service categories.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645920"/>
            <a:ext cx="2560320" cy="109728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🔍 Smart Provider Search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Filter by category, rating, location.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645920"/>
            <a:ext cx="2560320" cy="109728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📅 Instant Booking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Book with date, price, and notes.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560320" cy="109728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💬 Real-Time Messaging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Built-in Socket.IO chat.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3200400"/>
            <a:ext cx="2560320" cy="109728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🛡️ Admin Approval System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Providers must pass admin review.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3200400"/>
            <a:ext cx="2560320" cy="109728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📊 Analytics Dashboard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Admin sees live platform stats.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MERN ecosystem.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286000" cy="18288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🍃 MongoDB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
Database
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⚛️ React 19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1828800"/>
            <a:ext cx="2286000" cy="18288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⚙️ Express.js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
API Server
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🟢 Node.js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Runtime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2286000" cy="18288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🔌 Socket.IO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
Real-Time Chat
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🔐 JWT + bcrypt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Auth &amp; Security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distinct roles. One platform.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560320" cy="27432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👤 Customer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Browse all 10+ services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Filter &amp; view providers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Book with date &amp; price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Cancel pending bookings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Real-time chat with pro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Call provider directly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91840" y="1645920"/>
            <a:ext cx="2560320" cy="27432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🔧 Provider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Admin-approved profile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Listed on marketplace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Accept / reject jobs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Mark job as completed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Real-time chat with client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Call customer directly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1645920"/>
            <a:ext cx="2560320" cy="27432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🛡️ Super Admin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Approve / reject providers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View all user accounts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Delete users &amp; data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Clear booking history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See booking stats &amp; charts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Seeded securely via .env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search to completion.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88720" cy="13716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Browse Services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Customer searches by category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274320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2286000"/>
            <a:ext cx="1188720" cy="13716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 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Find Provider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Filter by specialty &amp; location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66160" y="2286000"/>
            <a:ext cx="1188720" cy="13716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 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Book Now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Date, price &amp; notes submitted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20640" y="2286000"/>
            <a:ext cx="1188720" cy="13716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 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Provider 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Accept or reject request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274320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1645920" cy="13716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 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Live Chat &amp; Complete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Socket chat + finish job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666666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and created by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Deepak: 2204850100069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Devansh Mishra: 2204850100072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Dheeraj Prajapati: 2204850100069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91440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Manish Kumar Vishwkarma: 22048501000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Swiftly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Swiftly Platform Presentation</dc:title>
  <dc:subject>PptxGenJS Presentation</dc:subject>
  <dc:creator>Swiftly Team</dc:creator>
  <cp:lastModifiedBy>Swiftly Team</cp:lastModifiedBy>
  <cp:revision>1</cp:revision>
  <dcterms:created xsi:type="dcterms:W3CDTF">2026-04-25T13:54:53Z</dcterms:created>
  <dcterms:modified xsi:type="dcterms:W3CDTF">2026-04-25T13:54:53Z</dcterms:modified>
</cp:coreProperties>
</file>