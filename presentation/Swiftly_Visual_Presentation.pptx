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F6EF7"/>
                </a:solidFill>
              </a:rPr>
              <a:t>⚡ Swiftly App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B6D4"/>
                </a:solidFill>
              </a:rPr>
              <a:t>MERN Full-Stack Real-Time Service Marketplace</a:t>
            </a:r>
            <a:endParaRPr lang="en-US" sz="1800" dirty="0"/>
          </a:p>
        </p:txBody>
      </p:sp>
      <p:pic>
        <p:nvPicPr>
          <p:cNvPr id="4" name="Image 0" descr="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2011680"/>
            <a:ext cx="5486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Secure, Role-Aware Auth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JWT Token standard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bcryptjs hashed passwords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Auto-routing based on Customer vs Provider roles</a:t>
            </a:r>
            <a:endParaRPr lang="en-US" sz="1400" dirty="0"/>
          </a:p>
        </p:txBody>
      </p:sp>
      <p:pic>
        <p:nvPicPr>
          <p:cNvPr id="5" name="Image 0" descr="regis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645920"/>
            <a:ext cx="4114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Infinite Service Discovery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Customers can browse categories and dynamically find approved providers ready to accept bookings instantly.</a:t>
            </a:r>
            <a:endParaRPr lang="en-US" sz="1600" dirty="0"/>
          </a:p>
        </p:txBody>
      </p:sp>
      <p:pic>
        <p:nvPicPr>
          <p:cNvPr id="5" name="Image 0" descr="servi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554480"/>
            <a:ext cx="54864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Booking Status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200400" cy="292608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lIns="190500" tIns="190500" rIns="190500" bIns="19050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Live Socket.IO Updates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Chat integration for active bookings</a:t>
            </a:r>
            <a:endParaRPr lang="en-US" sz="1400" dirty="0"/>
          </a:p>
          <a:p>
            <a:pPr indent="0" marL="0">
              <a:lnSpc>
                <a:spcPts val="25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• Instant state changes (Pending -&gt; Accepted)</a:t>
            </a:r>
            <a:endParaRPr lang="en-US" sz="1400" dirty="0"/>
          </a:p>
        </p:txBody>
      </p:sp>
      <p:pic>
        <p:nvPicPr>
          <p:cNvPr id="5" name="Image 0" descr="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1371600"/>
            <a:ext cx="5029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Bird's-Eye Platform Control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5162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admin sees live stats (Recharts), manages registered users, and strictly controls provider approvals via the /admin portal.</a:t>
            </a:r>
            <a:endParaRPr lang="en-US" sz="1600" dirty="0"/>
          </a:p>
        </p:txBody>
      </p:sp>
      <p:pic>
        <p:nvPicPr>
          <p:cNvPr id="5" name="Image 0" descr="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1554480"/>
            <a:ext cx="54864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Workflow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Stack: MongoDB, Express, React 19, Node, Socket.IO, Recharts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Workflow: Search -&gt; Book -&gt; Accept -&gt; Chat -&gt; Complete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127000" dist="50800" dir="16200000">
              <a:srgbClr val="06b6d4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and created by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54864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Deepak: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2204850100069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Devansh Mishra: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2204850100072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7315200" cy="54864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Dheeraj Prajapati: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2204850100069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7315200" cy="548640"/>
          </a:xfrm>
          <a:prstGeom prst="rect">
            <a:avLst/>
          </a:prstGeom>
          <a:solidFill>
            <a:srgbClr val="0C0D1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Manish Kumar Vishwkarma: </a:t>
            </a:r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22048501000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Swiftly Platform Visual Presentation</dc:title>
  <dc:subject>PptxGenJS Presentation</dc:subject>
  <dc:creator>Swiftly Team</dc:creator>
  <cp:lastModifiedBy>Swiftly Team</cp:lastModifiedBy>
  <cp:revision>1</cp:revision>
  <dcterms:created xsi:type="dcterms:W3CDTF">2026-04-25T14:06:15Z</dcterms:created>
  <dcterms:modified xsi:type="dcterms:W3CDTF">2026-04-25T14:06:15Z</dcterms:modified>
</cp:coreProperties>
</file>